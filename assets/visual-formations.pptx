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4807"/>
    <a:srgbClr val="053269"/>
    <a:srgbClr val="B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C33B8-779B-416F-AFE8-156C4993261B}" v="4" dt="2026-07-07T16:16:51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A7E31-C106-B3AE-5A2F-E59723359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8939B2-7ED0-3B5C-05CB-351B93A68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8AF5B-C36B-0F07-8950-9B3F0122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936046-2DD7-53B2-D3E8-7CAA8792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3C04D5-036A-FD75-0DD9-7944E624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66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8B370-E4F9-01F8-FAC5-401F0FA8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7E5001-332F-C277-826F-6505A775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C668C4-D3F6-E417-47AE-520897B8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7192C-8196-63F4-C14C-91866CC4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C176B9-5096-5527-5D94-D30FFEC4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90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A3C66-C76C-7212-D33C-45EFB762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5CCFED-B785-5B4C-1111-111BC9485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F48CE-60F0-FF60-7BA6-9D9FE9E5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EF3B5E-8996-2D04-9B9D-6953C895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6EF7D5-E779-22B7-B2B6-25F0DE78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23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33D295-E0F1-E967-B92E-474822DE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572171-1005-6028-A435-20912A7D0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EEE4B8-9C6E-CAEC-9803-1802ABF67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D96A25-627B-3684-F407-3E0F6926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6345EA-5232-55DA-B504-1C913474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579308-C80D-0F0A-4D40-5551DE05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7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FE95B-7501-4F51-08B1-D4DADED8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9DA0AC-A4EB-B4FA-2626-320899B4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8059A2-6023-962F-8D0D-E06109DAC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67DFBF-EF1F-FBA0-FD3E-27EB5DBA0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9EEFAD-4F76-5F06-C8D2-FA721E668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D24CF9-31AA-EF4A-C3A9-71249A01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190959-1041-228C-D98C-3A4642F9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09C893-6CEC-907D-2CAC-38F03412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3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AF9E3-290F-018E-C436-6E281B16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F33300-E28D-E392-2C4A-EEE8B86B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E89C3E-EA25-131B-2C36-3EE7CBD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6AF16B-0A2B-A143-E78E-67F341CD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0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FBE53DF-6A83-DB47-3C2A-3943D5A1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62D4A9-1AB3-D59D-43BD-8E2173B3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3CCD64-567D-32D4-53A0-0FF2670C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87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C1C48-AEAD-CDC6-F469-ACC42255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C2029-96D5-4C62-CFAD-67BE1958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68A33C-92F9-A9BE-DBE1-859E9A7C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7D3F3B-6B25-3D88-6873-2182C61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D81C73-CC68-C41B-8BA5-C9EE3D77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2390A5-9000-C564-929B-4F4F35A3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92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61314-4C51-3678-F9F6-A74BCD4F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11FF84-CC97-C239-66AA-F1B610290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88FAC9-264D-A677-862D-7702DE46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B786E-944F-F0BF-EE29-65B5D95C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F9CF6A-2F49-BAE5-F471-EC396A37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10559A-1E12-F820-0E84-70C4E245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59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02D7A-2F3A-BFA6-986A-21757F75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BB7806-FAE4-72DA-72F8-0A2493E49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D70449-3D0C-D34E-98C2-9A243948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0C04D6-0446-F96F-A7DB-5E15AC8E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BD98C9-57B6-AD9B-B32A-89C3CF2F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26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7A0379F-FD7D-5D29-C020-8109DDA5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F0A70C-E1A1-5E66-1002-BB2031D19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D95481-C2AC-1A30-DBEC-0496D25D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ECEF87-50DC-2AAF-3FA6-259EB0EC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7EE8D0-B6EB-C632-A5BA-0B94CF7A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7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A20C95-FD93-4FBB-7947-CD0787B0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456042-EC1B-568C-C872-73D571D20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87D907-790F-0DCE-1874-5F56C5E85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70C9-6621-4F35-B7E0-579C868124BE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C2AA0F-1C57-E165-BAD1-86FB5770D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C15A0-F905-5CD0-298B-869B60ED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02D848D-E273-8335-03DD-6DF1F652A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8"/>
          <a:stretch>
            <a:fillRect/>
          </a:stretch>
        </p:blipFill>
        <p:spPr>
          <a:xfrm>
            <a:off x="2060916" y="448407"/>
            <a:ext cx="7805225" cy="472656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ADFB235-98E8-3597-1C25-2C3CA31F4463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2400" b="1" i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electrolyse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beginners</a:t>
            </a:r>
            <a:endParaRPr lang="fr-FR" sz="2400" b="1" dirty="0">
              <a:solidFill>
                <a:srgbClr val="0532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solidFill>
                <a:srgbClr val="0532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7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E06D-0345-FA87-16D5-E1992EB1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0415AED-825C-E007-E273-CB1D2B671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8"/>
          <a:stretch>
            <a:fillRect/>
          </a:stretch>
        </p:blipFill>
        <p:spPr>
          <a:xfrm>
            <a:off x="2060916" y="448407"/>
            <a:ext cx="7805225" cy="472656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95D4C9C-E1BA-0AF7-390E-FEC267E3EFD4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2400" b="1" i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electrolyse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fr-FR" sz="2400" b="1" dirty="0">
              <a:solidFill>
                <a:srgbClr val="0532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solidFill>
                <a:srgbClr val="0532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626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0617-EE3A-904C-7753-03850B35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4980E17-B626-2281-216E-388496F20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58"/>
          <a:stretch>
            <a:fillRect/>
          </a:stretch>
        </p:blipFill>
        <p:spPr>
          <a:xfrm>
            <a:off x="2060916" y="448407"/>
            <a:ext cx="7805225" cy="472656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4E682F0-7C9C-781A-1766-73A3E2BC4EE0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2400" b="1" i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electrolyse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expert</a:t>
            </a:r>
          </a:p>
          <a:p>
            <a:endParaRPr lang="fr-FR" sz="1600" dirty="0">
              <a:solidFill>
                <a:srgbClr val="0532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06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0854B916-5F0D-015A-CA1F-D3F55FB34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" t="1347" r="8769" b="24541"/>
          <a:stretch>
            <a:fillRect/>
          </a:stretch>
        </p:blipFill>
        <p:spPr>
          <a:xfrm>
            <a:off x="2060916" y="448406"/>
            <a:ext cx="7805225" cy="472656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9EB0994-C67E-C4E8-C87D-E5A2E9EB4A29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beginners</a:t>
            </a:r>
            <a:endParaRPr lang="fr-FR" sz="2400" b="1" dirty="0">
              <a:solidFill>
                <a:srgbClr val="5E48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solidFill>
                <a:srgbClr val="5E48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1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5D6C-97A8-5778-7CB4-CE6AD3E4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8C18718-D63C-1AFC-13D0-9FDAC87A2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" t="1347" r="8769" b="24541"/>
          <a:stretch>
            <a:fillRect/>
          </a:stretch>
        </p:blipFill>
        <p:spPr>
          <a:xfrm>
            <a:off x="2060916" y="448406"/>
            <a:ext cx="7805225" cy="472656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5858FDE-E782-05B5-264E-8E52037E4BAC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 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fr-FR" sz="2400" b="1" dirty="0">
              <a:solidFill>
                <a:srgbClr val="5E48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solidFill>
                <a:srgbClr val="5E48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69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071B-7D05-F748-82F5-68181F06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9E88D259-FE0B-337C-530E-5F02BC95E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" t="1347" r="8769" b="24541"/>
          <a:stretch>
            <a:fillRect/>
          </a:stretch>
        </p:blipFill>
        <p:spPr>
          <a:xfrm>
            <a:off x="2060916" y="448406"/>
            <a:ext cx="7805225" cy="472656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7FABA5A-0568-B9BA-9E15-8F20A1136054}"/>
              </a:ext>
            </a:extLst>
          </p:cNvPr>
          <p:cNvSpPr txBox="1"/>
          <p:nvPr/>
        </p:nvSpPr>
        <p:spPr>
          <a:xfrm>
            <a:off x="2982200" y="1801990"/>
            <a:ext cx="5572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2400" b="1" i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lang="fr-FR" sz="2400" b="1" dirty="0">
                <a:solidFill>
                  <a:srgbClr val="5E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expert</a:t>
            </a:r>
          </a:p>
          <a:p>
            <a:endParaRPr lang="fr-FR" sz="1600" dirty="0">
              <a:solidFill>
                <a:srgbClr val="5E48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6254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61</Words>
  <Application>Microsoft Office PowerPoint</Application>
  <PresentationFormat>Grand écran</PresentationFormat>
  <Paragraphs>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Mathieu FREVILLE</dc:creator>
  <cp:lastModifiedBy>Mathieu FREVILLE</cp:lastModifiedBy>
  <cp:revision>2</cp:revision>
  <dcterms:created xsi:type="dcterms:W3CDTF">2026-07-07T15:26:05Z</dcterms:created>
  <dcterms:modified xsi:type="dcterms:W3CDTF">2026-07-07T16:20:41Z</dcterms:modified>
</cp:coreProperties>
</file>