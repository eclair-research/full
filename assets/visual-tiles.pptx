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65" r:id="rId4"/>
    <p:sldId id="266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336A"/>
    <a:srgbClr val="DCA002"/>
    <a:srgbClr val="FFFFFF"/>
    <a:srgbClr val="EBEBEF"/>
    <a:srgbClr val="F1F1F4"/>
    <a:srgbClr val="5E4807"/>
    <a:srgbClr val="053269"/>
    <a:srgbClr val="BFD9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8C33B8-779B-416F-AFE8-156C4993261B}" v="4" dt="2026-07-07T16:16:51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CA7E31-C106-B3AE-5A2F-E59723359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D8939B2-7ED0-3B5C-05CB-351B93A68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F8AF5B-C36B-0F07-8950-9B3F0122D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936046-2DD7-53B2-D3E8-7CAA8792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3C04D5-036A-FD75-0DD9-7944E6246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0662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18B370-E4F9-01F8-FAC5-401F0FA8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7E5001-332F-C277-826F-6505A775B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C668C4-D3F6-E417-47AE-520897B8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97192C-8196-63F4-C14C-91866CC46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C176B9-5096-5527-5D94-D30FFEC4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8903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7A3C66-C76C-7212-D33C-45EFB762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5CCFED-B785-5B4C-1111-111BC9485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6F48CE-60F0-FF60-7BA6-9D9FE9E5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EF3B5E-8996-2D04-9B9D-6953C895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6EF7D5-E779-22B7-B2B6-25F0DE78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234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33D295-E0F1-E967-B92E-474822DE9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572171-1005-6028-A435-20912A7D08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4EEE4B8-9C6E-CAEC-9803-1802ABF67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D96A25-627B-3684-F407-3E0F6926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F6345EA-5232-55DA-B504-1C9134747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579308-C80D-0F0A-4D40-5551DE051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0775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5FE95B-7501-4F51-08B1-D4DADED8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9DA0AC-A4EB-B4FA-2626-320899B4B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8059A2-6023-962F-8D0D-E06109DAC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967DFBF-EF1F-FBA0-FD3E-27EB5DBA0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49EEFAD-4F76-5F06-C8D2-FA721E6681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2D24CF9-31AA-EF4A-C3A9-71249A01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190959-1041-228C-D98C-3A4642F93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A09C893-6CEC-907D-2CAC-38F03412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537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AF9E3-290F-018E-C436-6E281B167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BF33300-E28D-E392-2C4A-EEE8B86B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E89C3E-EA25-131B-2C36-3EE7CBDC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6AF16B-0A2B-A143-E78E-67F341CD1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204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FBE53DF-6A83-DB47-3C2A-3943D5A1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62D4A9-1AB3-D59D-43BD-8E2173B38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3CCD64-567D-32D4-53A0-0FF2670C0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1876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7C1C48-AEAD-CDC6-F469-ACC422558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BC2029-96D5-4C62-CFAD-67BE19588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68A33C-92F9-A9BE-DBE1-859E9A7CD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7D3F3B-6B25-3D88-6873-2182C61E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2D81C73-CC68-C41B-8BA5-C9EE3D773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2390A5-9000-C564-929B-4F4F35A3A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92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661314-4C51-3678-F9F6-A74BCD4F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311FF84-CC97-C239-66AA-F1B610290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88FAC9-264D-A677-862D-7702DE46B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9CB786E-944F-F0BF-EE29-65B5D95C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F9CF6A-2F49-BAE5-F471-EC396A37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10559A-1E12-F820-0E84-70C4E245D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8598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C02D7A-2F3A-BFA6-986A-21757F75A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ABB7806-FAE4-72DA-72F8-0A2493E49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D70449-3D0C-D34E-98C2-9A243948C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0C04D6-0446-F96F-A7DB-5E15AC8E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BD98C9-57B6-AD9B-B32A-89C3CF2F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0263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7A0379F-FD7D-5D29-C020-8109DDA58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F0A70C-E1A1-5E66-1002-BB2031D19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D95481-C2AC-1A30-DBEC-0496D25D8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70C9-6621-4F35-B7E0-579C868124BE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ECEF87-50DC-2AAF-3FA6-259EB0EC8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7EE8D0-B6EB-C632-A5BA-0B94CF7AA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778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1A20C95-FD93-4FBB-7947-CD0787B0A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456042-EC1B-568C-C872-73D571D20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87D907-790F-0DCE-1874-5F56C5E85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A70C9-6621-4F35-B7E0-579C868124BE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C2AA0F-1C57-E165-BAD1-86FB5770D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DC15A0-F905-5CD0-298B-869B60ED2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BF20C-B367-47AC-B93F-BCBFB3821F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5767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FB31986B-6047-7A23-34B0-DFEF1505C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" y="132090"/>
            <a:ext cx="4875603" cy="200859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D109817-F96E-3491-9859-5925CCD677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68" b="9019"/>
          <a:stretch>
            <a:fillRect/>
          </a:stretch>
        </p:blipFill>
        <p:spPr>
          <a:xfrm>
            <a:off x="5411787" y="1255763"/>
            <a:ext cx="5703253" cy="278244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01AB68D-DDEF-BCEA-3BFB-C9B7E68FA3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2400" y="3207434"/>
            <a:ext cx="5350833" cy="323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22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0A016C7-2377-202B-7C69-383421734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ABE7896-3C20-9CAE-800E-E57F13AB0CB2}"/>
              </a:ext>
            </a:extLst>
          </p:cNvPr>
          <p:cNvSpPr txBox="1"/>
          <p:nvPr/>
        </p:nvSpPr>
        <p:spPr>
          <a:xfrm>
            <a:off x="2710180" y="1649589"/>
            <a:ext cx="62560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err="1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fr-FR" sz="3600" b="1" dirty="0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 err="1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fr-FR" sz="3600" b="1" dirty="0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 err="1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fr-FR" sz="3600" b="1" dirty="0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know about the </a:t>
            </a:r>
            <a:r>
              <a:rPr lang="fr-FR" sz="3600" b="1" i="1" dirty="0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</a:t>
            </a:r>
            <a:r>
              <a:rPr lang="fr-FR" sz="3600" b="1" i="1" dirty="0" err="1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electrolysis</a:t>
            </a:r>
            <a:r>
              <a:rPr lang="fr-FR" sz="3600" b="1" dirty="0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</a:p>
          <a:p>
            <a:pPr algn="ctr"/>
            <a:r>
              <a:rPr lang="fr-FR" sz="3600" b="1" dirty="0" err="1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beginner</a:t>
            </a:r>
            <a:endParaRPr lang="fr-FR" sz="3600" b="1" dirty="0">
              <a:solidFill>
                <a:srgbClr val="0633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2400" dirty="0">
              <a:solidFill>
                <a:srgbClr val="0633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878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EEEED-59F5-DDC3-495F-E99E6C407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2E13D1D-6182-5034-C463-AFF0DE870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2FAF447-9969-63B4-86AD-3C93BF6AAA83}"/>
              </a:ext>
            </a:extLst>
          </p:cNvPr>
          <p:cNvSpPr txBox="1"/>
          <p:nvPr/>
        </p:nvSpPr>
        <p:spPr>
          <a:xfrm>
            <a:off x="2710180" y="1649589"/>
            <a:ext cx="62560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err="1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fr-FR" sz="3600" b="1" dirty="0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 err="1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fr-FR" sz="3600" b="1" dirty="0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 err="1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fr-FR" sz="3600" b="1" dirty="0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know about the </a:t>
            </a:r>
            <a:r>
              <a:rPr lang="fr-FR" sz="3600" b="1" i="1" dirty="0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</a:t>
            </a:r>
            <a:r>
              <a:rPr lang="fr-FR" sz="3600" b="1" i="1" dirty="0" err="1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electrolysis</a:t>
            </a:r>
            <a:r>
              <a:rPr lang="fr-FR" sz="3600" b="1" dirty="0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</a:p>
          <a:p>
            <a:pPr algn="ctr"/>
            <a:r>
              <a:rPr lang="fr-FR" sz="3600" b="1" dirty="0" err="1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endParaRPr lang="fr-FR" sz="3600" b="1" dirty="0">
              <a:solidFill>
                <a:srgbClr val="0633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2400" dirty="0">
              <a:solidFill>
                <a:srgbClr val="0633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856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25B47-2A42-A265-50E0-DB9010A5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BBC52D1-80FC-0992-94DA-219D77B08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B34E10D-F766-C7F1-3B58-89C7CD9DCB40}"/>
              </a:ext>
            </a:extLst>
          </p:cNvPr>
          <p:cNvSpPr txBox="1"/>
          <p:nvPr/>
        </p:nvSpPr>
        <p:spPr>
          <a:xfrm>
            <a:off x="2710180" y="1649589"/>
            <a:ext cx="62560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err="1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fr-FR" sz="3600" b="1" dirty="0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 err="1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fr-FR" sz="3600" b="1" dirty="0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 err="1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fr-FR" sz="3600" b="1" dirty="0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know about the </a:t>
            </a:r>
            <a:r>
              <a:rPr lang="fr-FR" sz="3600" b="1" i="1" dirty="0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</a:t>
            </a:r>
            <a:r>
              <a:rPr lang="fr-FR" sz="3600" b="1" i="1" dirty="0" err="1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electrolysis</a:t>
            </a:r>
            <a:r>
              <a:rPr lang="fr-FR" sz="3600" b="1" dirty="0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</a:p>
          <a:p>
            <a:pPr algn="ctr"/>
            <a:r>
              <a:rPr lang="fr-FR" sz="3600" b="1" dirty="0">
                <a:solidFill>
                  <a:srgbClr val="063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</a:t>
            </a:r>
          </a:p>
          <a:p>
            <a:pPr algn="ctr"/>
            <a:endParaRPr lang="fr-FR" sz="2400" dirty="0">
              <a:solidFill>
                <a:srgbClr val="0633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799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B1288F0-FD0B-3CB7-A33A-49403BDA7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8CF1A98-93F2-772B-F175-E3C18313935E}"/>
              </a:ext>
            </a:extLst>
          </p:cNvPr>
          <p:cNvSpPr txBox="1"/>
          <p:nvPr/>
        </p:nvSpPr>
        <p:spPr>
          <a:xfrm>
            <a:off x="2710180" y="1649589"/>
            <a:ext cx="62560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err="1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fr-FR" sz="3600" b="1" dirty="0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 err="1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fr-FR" sz="3600" b="1" dirty="0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 err="1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fr-FR" sz="3600" b="1" dirty="0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know about the </a:t>
            </a:r>
            <a:r>
              <a:rPr lang="fr-FR" sz="3600" b="1" i="1" dirty="0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batteries</a:t>
            </a:r>
            <a:r>
              <a:rPr lang="fr-FR" sz="3600" b="1" dirty="0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</a:p>
          <a:p>
            <a:pPr algn="ctr"/>
            <a:r>
              <a:rPr lang="fr-FR" sz="3600" b="1" dirty="0" err="1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beginners</a:t>
            </a:r>
            <a:endParaRPr lang="fr-FR" sz="3600" b="1" dirty="0">
              <a:solidFill>
                <a:srgbClr val="DCA00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2400" dirty="0">
              <a:solidFill>
                <a:srgbClr val="DCA0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519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E5D6C-97A8-5778-7CB4-CE6AD3E42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3F87728D-90FD-7870-D834-BC954100C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0BC5EC50-BEEA-399E-718E-69AB3226577A}"/>
              </a:ext>
            </a:extLst>
          </p:cNvPr>
          <p:cNvSpPr txBox="1"/>
          <p:nvPr/>
        </p:nvSpPr>
        <p:spPr>
          <a:xfrm>
            <a:off x="2710180" y="1649589"/>
            <a:ext cx="62560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err="1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fr-FR" sz="3600" b="1" dirty="0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 err="1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fr-FR" sz="3600" b="1" dirty="0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 err="1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fr-FR" sz="3600" b="1" dirty="0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know about the </a:t>
            </a:r>
            <a:r>
              <a:rPr lang="fr-FR" sz="3600" b="1" i="1" dirty="0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batteries</a:t>
            </a:r>
            <a:r>
              <a:rPr lang="fr-FR" sz="3600" b="1" dirty="0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</a:p>
          <a:p>
            <a:pPr algn="ctr"/>
            <a:r>
              <a:rPr lang="fr-FR" sz="3600" b="1" dirty="0" err="1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endParaRPr lang="fr-FR" sz="3600" b="1" dirty="0">
              <a:solidFill>
                <a:srgbClr val="DCA00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2400" dirty="0">
              <a:solidFill>
                <a:srgbClr val="DCA0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694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F071B-7D05-F748-82F5-68181F064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E374FB0-C9DA-9B44-A8D4-A8C355EA0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79FA8F4F-5C21-1E4D-156A-46487C6AE169}"/>
              </a:ext>
            </a:extLst>
          </p:cNvPr>
          <p:cNvSpPr txBox="1"/>
          <p:nvPr/>
        </p:nvSpPr>
        <p:spPr>
          <a:xfrm>
            <a:off x="2710180" y="1649589"/>
            <a:ext cx="62560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err="1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fr-FR" sz="3600" b="1" dirty="0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 err="1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fr-FR" sz="3600" b="1" dirty="0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 err="1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fr-FR" sz="3600" b="1" dirty="0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know about the </a:t>
            </a:r>
            <a:r>
              <a:rPr lang="fr-FR" sz="3600" b="1" i="1" dirty="0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batteries</a:t>
            </a:r>
            <a:r>
              <a:rPr lang="fr-FR" sz="3600" b="1" dirty="0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</a:p>
          <a:p>
            <a:pPr algn="ctr"/>
            <a:r>
              <a:rPr lang="fr-FR" sz="3600" b="1" dirty="0">
                <a:solidFill>
                  <a:srgbClr val="DCA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</a:t>
            </a:r>
          </a:p>
          <a:p>
            <a:pPr algn="ctr"/>
            <a:endParaRPr lang="fr-FR" sz="2400" dirty="0">
              <a:solidFill>
                <a:srgbClr val="DCA0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625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4E935FEF-B693-A573-6C10-9EBA4F711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260" y="1767840"/>
            <a:ext cx="4983480" cy="332232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8833A0B-26E0-3F76-B996-6C9EB18082F2}"/>
              </a:ext>
            </a:extLst>
          </p:cNvPr>
          <p:cNvSpPr txBox="1"/>
          <p:nvPr/>
        </p:nvSpPr>
        <p:spPr>
          <a:xfrm>
            <a:off x="4622920" y="1982450"/>
            <a:ext cx="29461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ECLAIR </a:t>
            </a:r>
          </a:p>
          <a:p>
            <a:pPr algn="ctr"/>
            <a:r>
              <a:rPr lang="fr-FR" sz="2400" b="1" dirty="0" err="1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educational</a:t>
            </a:r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programmes</a:t>
            </a:r>
          </a:p>
          <a:p>
            <a:pPr algn="ctr"/>
            <a:endParaRPr lang="fr-FR" sz="1600" dirty="0">
              <a:solidFill>
                <a:srgbClr val="0532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312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FC49D-9411-631C-B501-13DDF2826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A546DCA-C59B-C9B2-6176-577834F78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4260" y="1767840"/>
            <a:ext cx="4983480" cy="332232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261FD33-3BE3-1BC2-BCA8-E6D3E66FCE61}"/>
              </a:ext>
            </a:extLst>
          </p:cNvPr>
          <p:cNvSpPr txBox="1"/>
          <p:nvPr/>
        </p:nvSpPr>
        <p:spPr>
          <a:xfrm>
            <a:off x="4622920" y="1982450"/>
            <a:ext cx="29461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ECLAIR </a:t>
            </a:r>
          </a:p>
          <a:p>
            <a:pPr algn="ctr"/>
            <a:r>
              <a:rPr lang="fr-FR" sz="2400" b="1" dirty="0" err="1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fr-FR" sz="2400" b="1" dirty="0">
                <a:solidFill>
                  <a:srgbClr val="053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programmes</a:t>
            </a:r>
          </a:p>
          <a:p>
            <a:pPr algn="ctr"/>
            <a:endParaRPr lang="fr-FR" sz="1600" dirty="0">
              <a:solidFill>
                <a:srgbClr val="0532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7663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69</Words>
  <Application>Microsoft Office PowerPoint</Application>
  <PresentationFormat>Grand écran</PresentationFormat>
  <Paragraphs>18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Mathieu FREVILLE</dc:creator>
  <cp:lastModifiedBy>FREVILLE Mathieu</cp:lastModifiedBy>
  <cp:revision>5</cp:revision>
  <dcterms:created xsi:type="dcterms:W3CDTF">2026-07-07T15:26:05Z</dcterms:created>
  <dcterms:modified xsi:type="dcterms:W3CDTF">2026-09-18T17:52:08Z</dcterms:modified>
</cp:coreProperties>
</file>